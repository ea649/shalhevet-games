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647688" cy="1828800"/>
          </a:xfrm>
          <a:prstGeom prst="roundRect">
            <a:avLst>
              <a:gd name="adj" fmla="val 15000"/>
            </a:avLst>
          </a:prstGeom>
          <a:solidFill>
            <a:srgbClr val="5CC4C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66476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Fb Tamlil" pitchFamily="34" charset="0"/>
                <a:ea typeface="Fb Tamlil" pitchFamily="34" charset="-122"/>
                <a:cs typeface="Fb Tamlil" pitchFamily="34" charset="-120"/>
              </a:rPr>
              <a:t>בִּרְכוֹת הַשַּׁחַר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6647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Fb Tamlil" pitchFamily="34" charset="0"/>
                <a:ea typeface="Fb Tamlil" pitchFamily="34" charset="-122"/>
                <a:cs typeface="Fb Tamlil" pitchFamily="34" charset="-120"/>
              </a:rPr>
              <a:t>הַנּוֹתֵן לַשֶּׂכְוִי בִינָה – טקסט רגיל לבדיקה</a:t>
            </a:r>
            <a:endParaRPr lang="en-US" sz="2400" dirty="0"/>
          </a:p>
        </p:txBody>
      </p:sp>
      <p:pic>
        <p:nvPicPr>
          <p:cNvPr id="5" name="Image 0" descr="../board/img/c1-sechvi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2026-10-15T10:05:25Z</dcterms:created>
  <dcterms:modified xsi:type="dcterms:W3CDTF">2026-10-15T10:05:25Z</dcterms:modified>
</cp:coreProperties>
</file>