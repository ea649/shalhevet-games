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bTamlil" pitchFamily="34" charset="0"/>
                <a:ea typeface="FbTamlil" pitchFamily="34" charset="-122"/>
                <a:cs typeface="FbTamlil" pitchFamily="34" charset="-120"/>
              </a:rPr>
              <a:t>בִּרְכוֹת הַשַּׁחַר FbTamlil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b Tamlil Regular" pitchFamily="34" charset="0"/>
                <a:ea typeface="Fb Tamlil Regular" pitchFamily="34" charset="-122"/>
                <a:cs typeface="Fb Tamlil Regular" pitchFamily="34" charset="-120"/>
              </a:rPr>
              <a:t>בִּרְכוֹת הַשַּׁחַר Fb Tamlil Regular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bTamlil-Regular" pitchFamily="34" charset="0"/>
                <a:ea typeface="FbTamlil-Regular" pitchFamily="34" charset="-122"/>
                <a:cs typeface="FbTamlil-Regular" pitchFamily="34" charset="-120"/>
              </a:rPr>
              <a:t>בִּרְכוֹת הַשַּׁחַר FbTamlil-Regular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b Tamlil Medium" pitchFamily="34" charset="0"/>
                <a:ea typeface="Fb Tamlil Medium" pitchFamily="34" charset="-122"/>
                <a:cs typeface="Fb Tamlil Medium" pitchFamily="34" charset="-120"/>
              </a:rPr>
              <a:t>בִּרְכוֹת הַשַּׁחַר Fb Tamlil Medium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bTamlil Medium" pitchFamily="34" charset="0"/>
                <a:ea typeface="FbTamlil Medium" pitchFamily="34" charset="-122"/>
                <a:cs typeface="FbTamlil Medium" pitchFamily="34" charset="-120"/>
              </a:rPr>
              <a:t>בִּרְכוֹת הַשַּׁחַר FbTamlil Medium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548640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Tamlil" pitchFamily="34" charset="0"/>
                <a:ea typeface="Tamlil" pitchFamily="34" charset="-122"/>
                <a:cs typeface="Tamlil" pitchFamily="34" charset="-120"/>
              </a:rPr>
              <a:t>בִּרְכוֹת הַשַּׁחַר Tamlil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649224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b TamlilCondensed" pitchFamily="34" charset="0"/>
                <a:ea typeface="Fb TamlilCondensed" pitchFamily="34" charset="-122"/>
                <a:cs typeface="Fb TamlilCondensed" pitchFamily="34" charset="-120"/>
              </a:rPr>
              <a:t>בִּרְכוֹת הַשַּׁחַר Fb TamlilCondensed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749808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bTamlil Bold" pitchFamily="34" charset="0"/>
                <a:ea typeface="FbTamlil Bold" pitchFamily="34" charset="-122"/>
                <a:cs typeface="FbTamlil Bold" pitchFamily="34" charset="-120"/>
              </a:rPr>
              <a:t>בִּרְכוֹת הַשַּׁחַר FbTamlil Bold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8503920"/>
            <a:ext cx="66476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Fb Tamlil Bold" pitchFamily="34" charset="0"/>
                <a:ea typeface="Fb Tamlil Bold" pitchFamily="34" charset="-122"/>
                <a:cs typeface="Fb Tamlil Bold" pitchFamily="34" charset="-120"/>
              </a:rPr>
              <a:t>בִּרְכוֹת הַשַּׁחַר Fb Tamlil Bold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2026-10-15T10:06:41Z</dcterms:created>
  <dcterms:modified xsi:type="dcterms:W3CDTF">2026-10-15T10:06:41Z</dcterms:modified>
</cp:coreProperties>
</file>