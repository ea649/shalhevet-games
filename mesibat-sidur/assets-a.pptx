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rch-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0754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-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wh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iddur-ch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786618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alhevet-wh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01643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alhevet-col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01643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ol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s-a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818613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s-16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s-sq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s-a4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81861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ts-a5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8146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2026-10-15T10:10:14Z</dcterms:created>
  <dcterms:modified xsi:type="dcterms:W3CDTF">2026-10-15T10:10:14Z</dcterms:modified>
</cp:coreProperties>
</file>